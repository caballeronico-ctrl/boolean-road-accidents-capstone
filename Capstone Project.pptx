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4ac86d3214d7a99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4ac86d3214d7a99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54ac86d3214d7a99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54ac86d3214d7a99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4ac86d3214d7a99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4ac86d3214d7a99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54ac86d3214d7a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54ac86d3214d7a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54ac86d3214d7a99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54ac86d3214d7a99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Nicolas Caballero - 16/10/2026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Data Import, Cleaning, and EDA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ISTAT Accident Data cleaning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Removed </a:t>
            </a:r>
            <a:r>
              <a:rPr lang="en"/>
              <a:t>unnecessary</a:t>
            </a:r>
            <a:r>
              <a:rPr lang="en"/>
              <a:t>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Sampled data from 2020 onwards only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Created pivot 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Merged with SITUAS data extract area, population, and municipality names and provinces.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Applied a web-scraping workflow with Selenium to automate the data collection without having to do it manually.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Dealt with </a:t>
            </a:r>
            <a:r>
              <a:rPr lang="en"/>
              <a:t>missings, and checked extremes: </a:t>
            </a:r>
            <a:r>
              <a:rPr lang="en"/>
              <a:t>Dropped a couple observations where merged failed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Extreme values were checked (Roma, Milano) but ultimately maintained.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indicators for accidents per capita and per km2 to use later in analysis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139600" cy="37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228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5"/>
              <a:t>Created yearly summary table, plotted trends of levels and changes in accidents, injured, and killed </a:t>
            </a:r>
            <a:r>
              <a:rPr lang="en" sz="2375"/>
              <a:t>nationally</a:t>
            </a:r>
            <a:r>
              <a:rPr lang="en" sz="2375"/>
              <a:t>.</a:t>
            </a:r>
            <a:endParaRPr sz="2375"/>
          </a:p>
          <a:p>
            <a:pPr indent="-3228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5"/>
              <a:t>Summed for all years within each municipality to identify top 10 concentrated municipalities.</a:t>
            </a:r>
            <a:endParaRPr sz="2375"/>
          </a:p>
          <a:p>
            <a:pPr indent="-30697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975"/>
              <a:t>Totals</a:t>
            </a:r>
            <a:endParaRPr sz="1975"/>
          </a:p>
          <a:p>
            <a:pPr indent="-30697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975"/>
              <a:t>Per capita</a:t>
            </a:r>
            <a:endParaRPr sz="1975"/>
          </a:p>
          <a:p>
            <a:pPr indent="-30697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975"/>
              <a:t>Per km2</a:t>
            </a:r>
            <a:endParaRPr sz="1975"/>
          </a:p>
          <a:p>
            <a:pPr indent="-3228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5"/>
              <a:t>Larger cities have more accidents, smaller accidents have more accidents per capita, urban centers have more accidents per km2.</a:t>
            </a:r>
            <a:endParaRPr sz="2375"/>
          </a:p>
          <a:p>
            <a:pPr indent="-3228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5"/>
              <a:t>Looking at </a:t>
            </a:r>
            <a:r>
              <a:rPr lang="en" sz="2375"/>
              <a:t>historical</a:t>
            </a:r>
            <a:r>
              <a:rPr lang="en" sz="2375"/>
              <a:t> trend of accidents per capita we see that increase in accidents overtime is not explained by pop growth alone.</a:t>
            </a:r>
            <a:endParaRPr sz="2375"/>
          </a:p>
          <a:p>
            <a:pPr indent="-32284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5"/>
              <a:t>Explored correlations:</a:t>
            </a:r>
            <a:endParaRPr sz="2375"/>
          </a:p>
          <a:p>
            <a:pPr indent="-30697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975"/>
              <a:t>Accidents and injuries highly positively correlated.</a:t>
            </a:r>
            <a:endParaRPr sz="1975"/>
          </a:p>
          <a:p>
            <a:pPr indent="-30697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975"/>
              <a:t>Accidents are fatalities are positively correlated but not as closely.</a:t>
            </a:r>
            <a:endParaRPr sz="1975"/>
          </a:p>
          <a:p>
            <a:pPr indent="-30697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975"/>
              <a:t>Right skew across all variables - many municipalities with few or no accidents, while a small number explain </a:t>
            </a:r>
            <a:r>
              <a:rPr lang="en" sz="1975"/>
              <a:t>variability</a:t>
            </a:r>
            <a:r>
              <a:rPr lang="en" sz="1975"/>
              <a:t>.</a:t>
            </a:r>
            <a:endParaRPr sz="197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 and Clustering exercise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857400" cy="3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Hypothesis Testing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Ho: Mean accidents per capita in low density municipalities = Mean accidents per capita in high density municipalities.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Calculated pop. density and created samples with median split.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Welch’s t-test.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Results: Reject the null. There is a statistically significant relationship </a:t>
            </a:r>
            <a:r>
              <a:rPr lang="en"/>
              <a:t>between</a:t>
            </a:r>
            <a:r>
              <a:rPr lang="en"/>
              <a:t> population density and accident rates at conventional levels.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867950" y="1152475"/>
            <a:ext cx="3857400" cy="3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Clustering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Interested to cluster profiles based on frequency and severity.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a new feature: accident severity (total fatalities / total accidents).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Apply normalisation on 3 features (severity, accidents per capita, accidents per km2).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Determine k=3 using silhouette method.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Results: 3 distinct clusters emerge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High-volume urban (917 mun)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Lower volume (6337 mun)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High severity (181 mun)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 Safety Overview (2020 - 2024)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 Priorities 2024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408325"/>
            <a:ext cx="8287800" cy="35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298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Approximately </a:t>
            </a:r>
            <a:r>
              <a:rPr b="1" lang="en" sz="2550"/>
              <a:t>776 thousand road accidents</a:t>
            </a:r>
            <a:r>
              <a:rPr lang="en" sz="2550"/>
              <a:t>, </a:t>
            </a:r>
            <a:r>
              <a:rPr b="1" lang="en" sz="2550"/>
              <a:t>1 million injuries</a:t>
            </a:r>
            <a:r>
              <a:rPr lang="en" sz="2550"/>
              <a:t> and </a:t>
            </a:r>
            <a:r>
              <a:rPr b="1" lang="en" sz="2550"/>
              <a:t>14,000 fatalities</a:t>
            </a:r>
            <a:r>
              <a:rPr lang="en" sz="2550"/>
              <a:t> recorded across Italian municipalities during 2020–2024.</a:t>
            </a:r>
            <a:endParaRPr sz="2550"/>
          </a:p>
          <a:p>
            <a:pPr indent="-3298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Annual accidents increased from approximately 118,000 in 2020 (COVID year) to 174,000 in 2024 (</a:t>
            </a:r>
            <a:r>
              <a:rPr b="1" lang="en" sz="2550"/>
              <a:t>+47%</a:t>
            </a:r>
            <a:r>
              <a:rPr lang="en" sz="2550"/>
              <a:t>), with relative stabilisation during 2022–2023.</a:t>
            </a:r>
            <a:endParaRPr sz="2550"/>
          </a:p>
          <a:p>
            <a:pPr indent="-3298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1,202 municipalities (≥10,000 inhabitants, 2024 only), recording 1,925 fatalities and an average of 3.43 accidents per 1,000 inhabitants in 2024.</a:t>
            </a:r>
            <a:endParaRPr sz="2550"/>
          </a:p>
          <a:p>
            <a:pPr indent="-3298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Larger municipalities record more accidents overall, but per-capita rates vary considerably regardless of population size.</a:t>
            </a:r>
            <a:endParaRPr sz="2550"/>
          </a:p>
          <a:p>
            <a:pPr indent="-3298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Lavagna (8.25), Finale Ligure (7.54) and Rezzato (7.53) show particularly high accident rates, highlighting the importance of considering both absolute and per-capita risk.</a:t>
            </a:r>
            <a:endParaRPr sz="25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Municipality segmentation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7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Three distinct risk profiles</a:t>
            </a:r>
            <a:r>
              <a:rPr lang="en"/>
              <a:t>: Approximately 6,300 municipalities belong to the lower-volume segment, 900 to the high-volume urban segment, and 200 to the high-severity segment.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Urban municipalities concentrate accident risk:</a:t>
            </a:r>
            <a:r>
              <a:rPr lang="en"/>
              <a:t> The high-volume urban cluster records an average of 539 accidents per municipality and 4.31 accidents per 1,000 inhabitants, substantially higher than the other two clusters.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Accident severity reveals a different dimension of risk</a:t>
            </a:r>
            <a:r>
              <a:rPr lang="en"/>
              <a:t>: High-severity, low-volume municipalities record only 3.7 accidents on average, but have a much higher average fatalities-per-accident indicator (0.56), compared with 0.02–0.03 in the other clusters.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Different risk profiles call for different interventions:</a:t>
            </a:r>
            <a:r>
              <a:rPr lang="en"/>
              <a:t> High-volume municipalities may benefit from measures aimed at reducing accident frequency, while high-severity municipalities may require targeted interventions to reduce the consequences of particularly dangerous accidents.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